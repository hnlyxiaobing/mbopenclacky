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 by Quarter</a:t>
            </a:r>
          </a:p>
        </c:rich>
      </c:tx>
    </c:title>
    <c:plotArea>
      <c:barChart>
        <c:ser>
          <c:tx>
            <c:strRef>
              <c:strCache>
                <c:pt idx="0">
                  <c:v>Revenue</c:v>
                </c:pt>
              </c:strCache>
            </c:strRef>
          </c:tx>
          <c:cat>
            <c:strRe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pt idx="0">
                  <c:v>12</c:v>
                </c:pt>
                <c:pt idx="1">
                  <c:v>15</c:v>
                </c:pt>
                <c:pt idx="2">
                  <c:v>18</c:v>
                </c:pt>
                <c:pt idx="3">
                  <c:v>21</c:v>
                </c:pt>
              </c:numCache>
            </c:numRef>
          </c:val>
        </c:ser>
      </c:barChart>
    </c:plotArea>
  </c:chart>
</c:chartSpace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"/>
          <p:cNvSpPr/>
          <p:nvPr>
            <p:ph type="body"/>
          </p:nvPr>
        </p:nvSpPr>
        <p:spPr/>
        <p:txBody>
          <a:bodyPr/>
          <a:lstStyle/>
          <a:p>
            <a:r>
              <a:t>Call out enterprise mix.</a:t>
            </a:r>
          </a:p>
          <a:p>
            <a:r>
              <a:t>Pause before the churn question.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<Relationship Id="rId2" Type="http://schemas.openxmlformats.org/officeDocument/2006/relationships/chart" Target="../charts/chart1.xml"/>
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/>
          <p:nvPr>
            <p:ph type="body"/>
          </p:nvPr>
        </p:nvSpPr>
        <p:spPr/>
        <p:txBody>
          <a:bodyPr/>
          <a:lstStyle/>
          <a:p>
            <a:pPr>
              <a:buChar char="•"/>
            </a:pPr>
            <a:r>
              <a:t>Revenue up 12%</a:t>
            </a:r>
          </a:p>
          <a:p>
            <a:pPr>
              <a:buChar char="•"/>
            </a:pPr>
            <a:r>
              <a:t>Enterprise pipeline doubled</a:t>
            </a:r>
          </a:p>
          <a:p>
            <a:pPr>
              <a:buChar char="•"/>
            </a:pPr>
            <a:r>
              <a:t>Churn down 3pts year over year</a:t>
            </a:r>
          </a:p>
        </p:txBody>
      </p:sp>
      <p:graphicFrame>
        <p:nvGraphicFramePr>
          <p:cNvPr id="4" name="Revenue Chart"/>
          <p:cNvGraphicFramePr/>
          <p:nvPr/>
        </p:nvGraphicFramePr>
        <p:xfrm/>
        <a:graphic>
          <a:graphicData uri="http://schemas.openxmlformats.org/drawingml/2006/chart">
            <c:chart r:id="rId2"/>
          </a:graphicData>
        </a:graphic>
      </p:graphicFrame>
    </p:spTree>
  </p:cSld>
</p:sld>
</file>